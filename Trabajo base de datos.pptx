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koto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9284" y="2621185"/>
            <a:ext cx="14879548" cy="36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5"/>
              </a:lnSpc>
            </a:pPr>
            <a:r>
              <a:rPr lang="en-US" sz="11270" spc="-1397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TRABAJO FINAL</a:t>
            </a:r>
          </a:p>
          <a:p>
            <a:pPr algn="l" marL="0" indent="0" lvl="0">
              <a:lnSpc>
                <a:spcPts val="14425"/>
              </a:lnSpc>
            </a:pPr>
            <a:r>
              <a:rPr lang="en-US" sz="11270" spc="-1397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 BASE DE DATOS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1284087" y="-1406260"/>
            <a:ext cx="2525072" cy="3773885"/>
          </a:xfrm>
          <a:custGeom>
            <a:avLst/>
            <a:gdLst/>
            <a:ahLst/>
            <a:cxnLst/>
            <a:rect r="r" b="b" t="t" l="l"/>
            <a:pathLst>
              <a:path h="3773885" w="2525072">
                <a:moveTo>
                  <a:pt x="0" y="0"/>
                </a:moveTo>
                <a:lnTo>
                  <a:pt x="2525072" y="0"/>
                </a:lnTo>
                <a:lnTo>
                  <a:pt x="2525072" y="3773885"/>
                </a:lnTo>
                <a:lnTo>
                  <a:pt x="0" y="3773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992" y="7364372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2" y="0"/>
                </a:lnTo>
                <a:lnTo>
                  <a:pt x="9453842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8592438" y="1427933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5"/>
                </a:lnTo>
                <a:lnTo>
                  <a:pt x="0" y="5979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39840" y="-873347"/>
            <a:ext cx="4133590" cy="4133590"/>
          </a:xfrm>
          <a:custGeom>
            <a:avLst/>
            <a:gdLst/>
            <a:ahLst/>
            <a:cxnLst/>
            <a:rect r="r" b="b" t="t" l="l"/>
            <a:pathLst>
              <a:path h="4133590" w="4133590">
                <a:moveTo>
                  <a:pt x="0" y="0"/>
                </a:moveTo>
                <a:lnTo>
                  <a:pt x="4133590" y="0"/>
                </a:lnTo>
                <a:lnTo>
                  <a:pt x="4133590" y="4133590"/>
                </a:lnTo>
                <a:lnTo>
                  <a:pt x="0" y="4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8843977" y="3014944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78832" y="7229853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22975" y="7229853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1" y="0"/>
                </a:lnTo>
                <a:lnTo>
                  <a:pt x="2633171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51031" y="7364372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3885" y="693815"/>
            <a:ext cx="6600230" cy="697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2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Materia: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Laboratorio de Base de Datos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Alumnos: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Joaquin Almaraz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Simón Muthular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Benjamín Sisterna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Curso:</a:t>
            </a:r>
          </a:p>
          <a:p>
            <a:pPr algn="ctr">
              <a:lnSpc>
                <a:spcPts val="4978"/>
              </a:lnSpc>
            </a:pPr>
            <a:r>
              <a:rPr lang="en-US" sz="3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5°2</a:t>
            </a:r>
          </a:p>
          <a:p>
            <a:pPr algn="ctr">
              <a:lnSpc>
                <a:spcPts val="4838"/>
              </a:lnSpc>
            </a:pPr>
            <a:r>
              <a:rPr lang="en-US" sz="34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 creación:</a:t>
            </a:r>
          </a:p>
          <a:p>
            <a:pPr algn="ctr">
              <a:lnSpc>
                <a:spcPts val="4838"/>
              </a:lnSpc>
            </a:pPr>
            <a:r>
              <a:rPr lang="en-US" sz="34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7/11/25</a:t>
            </a:r>
          </a:p>
          <a:p>
            <a:pPr algn="ctr">
              <a:lnSpc>
                <a:spcPts val="80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0316" y="1028700"/>
            <a:ext cx="20835606" cy="2604951"/>
            <a:chOff x="0" y="0"/>
            <a:chExt cx="5487567" cy="686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686078"/>
            </a:xfrm>
            <a:custGeom>
              <a:avLst/>
              <a:gdLst/>
              <a:ahLst/>
              <a:cxnLst/>
              <a:rect r="r" b="b" t="t" l="l"/>
              <a:pathLst>
                <a:path h="686078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686078"/>
                  </a:lnTo>
                  <a:lnTo>
                    <a:pt x="0" y="686078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7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9955" y="1694024"/>
            <a:ext cx="1540033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20"/>
              </a:lnSpc>
              <a:spcBef>
                <a:spcPct val="0"/>
              </a:spcBef>
            </a:pPr>
            <a:r>
              <a:rPr lang="en-US" sz="10100" spc="-606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6352" y="3797581"/>
            <a:ext cx="16822271" cy="384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sz="4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Este proyecto es una base de datos de una  empresa automotriz creada para la materia Laboratorio de Base de Datos. Los alumnos encargados de crear esta BD fueron: Joaquin Almaraz, Simón Muthular, Benjamín Sisterna. el trabajo fue creado mayormente en nuestras casas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4994293" y="8520479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55032" y="624840"/>
            <a:ext cx="5977936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Objetivos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7034" y="3136777"/>
            <a:ext cx="14073932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sistema busca:</a:t>
            </a:r>
          </a:p>
          <a:p>
            <a:pPr algn="ctr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Controlar la producción de vehículos.</a:t>
            </a:r>
          </a:p>
          <a:p>
            <a:pPr algn="ctr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Gestionar insumos y proveedores.</a:t>
            </a:r>
          </a:p>
          <a:p>
            <a:pPr algn="ctr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Administrar líneas y estaciones de montaje.</a:t>
            </a:r>
          </a:p>
          <a:p>
            <a:pPr algn="ctr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Registrar pedidos de concesionarias.</a:t>
            </a:r>
          </a:p>
          <a:p>
            <a:pPr algn="ctr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Mantener la trazabilidad completa del proceso productivo.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4684338" y="-498726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960249" y="-832071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1268" y="1386663"/>
            <a:ext cx="16945463" cy="379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sz="86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 ¿CÓMO EMPEZAMOS A TRABAJAR?</a:t>
            </a:r>
          </a:p>
          <a:p>
            <a:pPr algn="ctr">
              <a:lnSpc>
                <a:spcPts val="9953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024110" y="4512170"/>
            <a:ext cx="3711040" cy="3137515"/>
          </a:xfrm>
          <a:custGeom>
            <a:avLst/>
            <a:gdLst/>
            <a:ahLst/>
            <a:cxnLst/>
            <a:rect r="r" b="b" t="t" l="l"/>
            <a:pathLst>
              <a:path h="3137515" w="3711040">
                <a:moveTo>
                  <a:pt x="0" y="0"/>
                </a:moveTo>
                <a:lnTo>
                  <a:pt x="3711039" y="0"/>
                </a:lnTo>
                <a:lnTo>
                  <a:pt x="3711039" y="3137515"/>
                </a:lnTo>
                <a:lnTo>
                  <a:pt x="0" y="3137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24110" y="7916385"/>
            <a:ext cx="3538878" cy="1421986"/>
          </a:xfrm>
          <a:custGeom>
            <a:avLst/>
            <a:gdLst/>
            <a:ahLst/>
            <a:cxnLst/>
            <a:rect r="r" b="b" t="t" l="l"/>
            <a:pathLst>
              <a:path h="1421986" w="3538878">
                <a:moveTo>
                  <a:pt x="0" y="0"/>
                </a:moveTo>
                <a:lnTo>
                  <a:pt x="3538878" y="0"/>
                </a:lnTo>
                <a:lnTo>
                  <a:pt x="3538878" y="1421986"/>
                </a:lnTo>
                <a:lnTo>
                  <a:pt x="0" y="1421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5780761" y="1650159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4879630" y="-10894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086350"/>
            <a:ext cx="12711112" cy="338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sz="306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Nuestro primer paso a la hora de diseñar este proyecto fue organizarnos para hacer una lluvia de ideas y analizar la consigna: acá fuimos definiendo varios aspectos clave del trabajo, como las tablas, las distintas variables, los ABM, la estructura, las clausulas, como se iban a conectar las tablas, etc.</a:t>
            </a:r>
          </a:p>
          <a:p>
            <a:pPr algn="ctr">
              <a:lnSpc>
                <a:spcPts val="55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3868" y="1770398"/>
            <a:ext cx="8780265" cy="1358456"/>
          </a:xfrm>
          <a:custGeom>
            <a:avLst/>
            <a:gdLst/>
            <a:ahLst/>
            <a:cxnLst/>
            <a:rect r="r" b="b" t="t" l="l"/>
            <a:pathLst>
              <a:path h="1358456" w="8780265">
                <a:moveTo>
                  <a:pt x="0" y="0"/>
                </a:moveTo>
                <a:lnTo>
                  <a:pt x="8780264" y="0"/>
                </a:lnTo>
                <a:lnTo>
                  <a:pt x="8780264" y="1358456"/>
                </a:lnTo>
                <a:lnTo>
                  <a:pt x="0" y="1358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8509" y="4200842"/>
            <a:ext cx="13330982" cy="23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 empezamos con el codigo creando el schema </a:t>
            </a:r>
          </a:p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lo seleccionamos para que 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las condiciones y los abm funcionen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8798" cy="9336737"/>
          </a:xfrm>
          <a:custGeom>
            <a:avLst/>
            <a:gdLst/>
            <a:ahLst/>
            <a:cxnLst/>
            <a:rect r="r" b="b" t="t" l="l"/>
            <a:pathLst>
              <a:path h="9336737" w="7628798">
                <a:moveTo>
                  <a:pt x="0" y="0"/>
                </a:moveTo>
                <a:lnTo>
                  <a:pt x="7628798" y="0"/>
                </a:lnTo>
                <a:lnTo>
                  <a:pt x="7628798" y="9336737"/>
                </a:lnTo>
                <a:lnTo>
                  <a:pt x="0" y="9336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20747" y="1028700"/>
            <a:ext cx="6745067" cy="9258300"/>
          </a:xfrm>
          <a:custGeom>
            <a:avLst/>
            <a:gdLst/>
            <a:ahLst/>
            <a:cxnLst/>
            <a:rect r="r" b="b" t="t" l="l"/>
            <a:pathLst>
              <a:path h="9258300" w="6745067">
                <a:moveTo>
                  <a:pt x="0" y="0"/>
                </a:moveTo>
                <a:lnTo>
                  <a:pt x="6745067" y="0"/>
                </a:lnTo>
                <a:lnTo>
                  <a:pt x="67450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7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79965" y="319714"/>
            <a:ext cx="8267254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 tenemos algunas de las tablas creadas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07697"/>
            <a:ext cx="16185769" cy="3242745"/>
          </a:xfrm>
          <a:custGeom>
            <a:avLst/>
            <a:gdLst/>
            <a:ahLst/>
            <a:cxnLst/>
            <a:rect r="r" b="b" t="t" l="l"/>
            <a:pathLst>
              <a:path h="3242745" w="16185769">
                <a:moveTo>
                  <a:pt x="0" y="0"/>
                </a:moveTo>
                <a:lnTo>
                  <a:pt x="16185769" y="0"/>
                </a:lnTo>
                <a:lnTo>
                  <a:pt x="16185769" y="3242744"/>
                </a:lnTo>
                <a:lnTo>
                  <a:pt x="0" y="3242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1391" y="560705"/>
            <a:ext cx="9605218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Integridad y Normalización en la Base de 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10669" y="5638328"/>
            <a:ext cx="11066663" cy="276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esta imagen se muestran las relaciones entre las tablas del sistema. Las claves primarias (PK) y las claves foráneas (FK) garantizan la integridad referencial, evitando datos duplicados o inconsistentes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8391" y="7021527"/>
            <a:ext cx="13891218" cy="3265473"/>
          </a:xfrm>
          <a:custGeom>
            <a:avLst/>
            <a:gdLst/>
            <a:ahLst/>
            <a:cxnLst/>
            <a:rect r="r" b="b" t="t" l="l"/>
            <a:pathLst>
              <a:path h="3265473" w="13891218">
                <a:moveTo>
                  <a:pt x="0" y="0"/>
                </a:moveTo>
                <a:lnTo>
                  <a:pt x="13891218" y="0"/>
                </a:lnTo>
                <a:lnTo>
                  <a:pt x="13891218" y="3265473"/>
                </a:lnTo>
                <a:lnTo>
                  <a:pt x="0" y="3265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5110" y="1028700"/>
            <a:ext cx="7497779" cy="5623334"/>
          </a:xfrm>
          <a:custGeom>
            <a:avLst/>
            <a:gdLst/>
            <a:ahLst/>
            <a:cxnLst/>
            <a:rect r="r" b="b" t="t" l="l"/>
            <a:pathLst>
              <a:path h="5623334" w="7497779">
                <a:moveTo>
                  <a:pt x="0" y="0"/>
                </a:moveTo>
                <a:lnTo>
                  <a:pt x="7497780" y="0"/>
                </a:lnTo>
                <a:lnTo>
                  <a:pt x="7497780" y="5623334"/>
                </a:lnTo>
                <a:lnTo>
                  <a:pt x="0" y="5623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4295"/>
            <a:ext cx="1828800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 creamos el procedimiento para insertar clientes y despues llamamos el procedimiento para insertar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8636" y="1028700"/>
            <a:ext cx="7082078" cy="7198944"/>
          </a:xfrm>
          <a:custGeom>
            <a:avLst/>
            <a:gdLst/>
            <a:ahLst/>
            <a:cxnLst/>
            <a:rect r="r" b="b" t="t" l="l"/>
            <a:pathLst>
              <a:path h="7198944" w="7082078">
                <a:moveTo>
                  <a:pt x="0" y="0"/>
                </a:moveTo>
                <a:lnTo>
                  <a:pt x="7082078" y="0"/>
                </a:lnTo>
                <a:lnTo>
                  <a:pt x="7082078" y="7198944"/>
                </a:lnTo>
                <a:lnTo>
                  <a:pt x="0" y="719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280" y="8537135"/>
            <a:ext cx="15239439" cy="1442330"/>
          </a:xfrm>
          <a:custGeom>
            <a:avLst/>
            <a:gdLst/>
            <a:ahLst/>
            <a:cxnLst/>
            <a:rect r="r" b="b" t="t" l="l"/>
            <a:pathLst>
              <a:path h="1442330" w="15239439">
                <a:moveTo>
                  <a:pt x="0" y="0"/>
                </a:moveTo>
                <a:lnTo>
                  <a:pt x="15239440" y="0"/>
                </a:lnTo>
                <a:lnTo>
                  <a:pt x="15239440" y="1442330"/>
                </a:lnTo>
                <a:lnTo>
                  <a:pt x="0" y="1442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31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9050"/>
            <a:ext cx="176593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Aca creamos el procedimiento para modificar vehiculos y despues </a:t>
            </a: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llamamos el procedimiento para modificar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3653" y="1666379"/>
            <a:ext cx="10060695" cy="2434039"/>
          </a:xfrm>
          <a:custGeom>
            <a:avLst/>
            <a:gdLst/>
            <a:ahLst/>
            <a:cxnLst/>
            <a:rect r="r" b="b" t="t" l="l"/>
            <a:pathLst>
              <a:path h="2434039" w="10060695">
                <a:moveTo>
                  <a:pt x="0" y="0"/>
                </a:moveTo>
                <a:lnTo>
                  <a:pt x="10060694" y="0"/>
                </a:lnTo>
                <a:lnTo>
                  <a:pt x="10060694" y="2434039"/>
                </a:lnTo>
                <a:lnTo>
                  <a:pt x="0" y="2434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13653" y="4284825"/>
            <a:ext cx="10060695" cy="1588531"/>
          </a:xfrm>
          <a:custGeom>
            <a:avLst/>
            <a:gdLst/>
            <a:ahLst/>
            <a:cxnLst/>
            <a:rect r="r" b="b" t="t" l="l"/>
            <a:pathLst>
              <a:path h="1588531" w="10060695">
                <a:moveTo>
                  <a:pt x="0" y="0"/>
                </a:moveTo>
                <a:lnTo>
                  <a:pt x="10060694" y="0"/>
                </a:lnTo>
                <a:lnTo>
                  <a:pt x="10060694" y="1588531"/>
                </a:lnTo>
                <a:lnTo>
                  <a:pt x="0" y="1588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13653" y="6225781"/>
            <a:ext cx="10060695" cy="1487031"/>
          </a:xfrm>
          <a:custGeom>
            <a:avLst/>
            <a:gdLst/>
            <a:ahLst/>
            <a:cxnLst/>
            <a:rect r="r" b="b" t="t" l="l"/>
            <a:pathLst>
              <a:path h="1487031" w="10060695">
                <a:moveTo>
                  <a:pt x="0" y="0"/>
                </a:moveTo>
                <a:lnTo>
                  <a:pt x="10060694" y="0"/>
                </a:lnTo>
                <a:lnTo>
                  <a:pt x="10060694" y="1487031"/>
                </a:lnTo>
                <a:lnTo>
                  <a:pt x="0" y="148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13653" y="8065237"/>
            <a:ext cx="10060695" cy="1481016"/>
          </a:xfrm>
          <a:custGeom>
            <a:avLst/>
            <a:gdLst/>
            <a:ahLst/>
            <a:cxnLst/>
            <a:rect r="r" b="b" t="t" l="l"/>
            <a:pathLst>
              <a:path h="1481016" w="10060695">
                <a:moveTo>
                  <a:pt x="0" y="0"/>
                </a:moveTo>
                <a:lnTo>
                  <a:pt x="10060694" y="0"/>
                </a:lnTo>
                <a:lnTo>
                  <a:pt x="10060694" y="1481016"/>
                </a:lnTo>
                <a:lnTo>
                  <a:pt x="0" y="1481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73340" y="550545"/>
            <a:ext cx="79413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Aca estamos eliminando algunos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468" y="631354"/>
            <a:ext cx="9625912" cy="9024293"/>
          </a:xfrm>
          <a:custGeom>
            <a:avLst/>
            <a:gdLst/>
            <a:ahLst/>
            <a:cxnLst/>
            <a:rect r="r" b="b" t="t" l="l"/>
            <a:pathLst>
              <a:path h="9024293" w="9625912">
                <a:moveTo>
                  <a:pt x="0" y="0"/>
                </a:moveTo>
                <a:lnTo>
                  <a:pt x="9625912" y="0"/>
                </a:lnTo>
                <a:lnTo>
                  <a:pt x="9625912" y="9024292"/>
                </a:lnTo>
                <a:lnTo>
                  <a:pt x="0" y="9024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00792" y="542925"/>
            <a:ext cx="589046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4199" spc="-2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Procesos Implementados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02174" y="1434595"/>
            <a:ext cx="7487704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3245" spc="-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 este procedimiento (insertarvehiculofabricado) buscamos los datos del pedido y, con un ciclo while, vamos creando la cantidad de vehículos que corresponden.</a:t>
            </a:r>
          </a:p>
          <a:p>
            <a:pPr algn="ctr">
              <a:lnSpc>
                <a:spcPts val="3894"/>
              </a:lnSpc>
            </a:pPr>
            <a:r>
              <a:rPr lang="en-US" sz="3245" spc="-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Para las patentes usamos rand, concat y char para generar letras y números aleatorios.</a:t>
            </a:r>
          </a:p>
          <a:p>
            <a:pPr algn="ctr">
              <a:lnSpc>
                <a:spcPts val="3894"/>
              </a:lnSpc>
            </a:pPr>
            <a:r>
              <a:rPr lang="en-US" sz="3245" spc="-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Después verificamos que esa patente no exista, y si ya está usada, genera otra.</a:t>
            </a:r>
          </a:p>
          <a:p>
            <a:pPr algn="ctr">
              <a:lnSpc>
                <a:spcPts val="3894"/>
              </a:lnSpc>
              <a:spcBef>
                <a:spcPct val="0"/>
              </a:spcBef>
            </a:pPr>
            <a:r>
              <a:rPr lang="en-US" sz="3245" spc="-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Así logramos que cada vehículo tenga una patente distinta y se registre automáticamente en la base de datos.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042" y="571500"/>
            <a:ext cx="17921915" cy="9680451"/>
          </a:xfrm>
          <a:custGeom>
            <a:avLst/>
            <a:gdLst/>
            <a:ahLst/>
            <a:cxnLst/>
            <a:rect r="r" b="b" t="t" l="l"/>
            <a:pathLst>
              <a:path h="9680451" w="17921915">
                <a:moveTo>
                  <a:pt x="0" y="0"/>
                </a:moveTo>
                <a:lnTo>
                  <a:pt x="17921916" y="0"/>
                </a:lnTo>
                <a:lnTo>
                  <a:pt x="17921916" y="9680451"/>
                </a:lnTo>
                <a:lnTo>
                  <a:pt x="0" y="968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1172" y="-9525"/>
            <a:ext cx="428550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799" spc="-22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el diagrama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0316" y="0"/>
            <a:ext cx="20835606" cy="2090601"/>
            <a:chOff x="0" y="0"/>
            <a:chExt cx="5487567" cy="5506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550611"/>
            </a:xfrm>
            <a:custGeom>
              <a:avLst/>
              <a:gdLst/>
              <a:ahLst/>
              <a:cxnLst/>
              <a:rect r="r" b="b" t="t" l="l"/>
              <a:pathLst>
                <a:path h="550611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550611"/>
                  </a:lnTo>
                  <a:lnTo>
                    <a:pt x="0" y="550611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59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3832" y="526188"/>
            <a:ext cx="1540033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80"/>
              </a:lnSpc>
              <a:spcBef>
                <a:spcPct val="0"/>
              </a:spcBef>
            </a:pPr>
            <a:r>
              <a:rPr lang="en-US" sz="8900" spc="-534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625215"/>
            <a:ext cx="18288000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proyecto FabricaAutomotriz constituye un modelo funcional, ordenado y escalable que representa el funcionamiento de una fábrica automotriz. Aunque le faltan varias cosas el sistema permite gestionar insumos, proveedores, producción, pedidos y ventas manteniendo siempre la integridad y coherencia de los datos.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329" y="2657475"/>
            <a:ext cx="1488534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10000" spc="-60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Gracias por ver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7312" y="4905375"/>
            <a:ext cx="1249337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spc="-2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 simon muthular, benjamin sisterna y joaquin almaraz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DAGpO9eKL8c</dc:identifier>
  <dcterms:modified xsi:type="dcterms:W3CDTF">2011-08-01T06:04:30Z</dcterms:modified>
  <cp:revision>1</cp:revision>
  <dc:title>Trabajo base de datos</dc:title>
</cp:coreProperties>
</file>